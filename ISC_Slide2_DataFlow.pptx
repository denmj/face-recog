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ISC data flows from raw sources to AI-ready — and what it enables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37160" y="987552"/>
            <a:ext cx="1325880" cy="374904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987552"/>
            <a:ext cx="1325880" cy="5669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8755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64208" y="987552"/>
            <a:ext cx="1664208" cy="3749040"/>
          </a:xfrm>
          <a:prstGeom prst="rect">
            <a:avLst/>
          </a:prstGeom>
          <a:solidFill>
            <a:srgbClr val="F5E6D3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4208" y="987552"/>
            <a:ext cx="1664208" cy="566928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98755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9584" y="987552"/>
            <a:ext cx="1664208" cy="3749040"/>
          </a:xfrm>
          <a:prstGeom prst="rect">
            <a:avLst/>
          </a:prstGeom>
          <a:solidFill>
            <a:srgbClr val="EFEFE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987552"/>
            <a:ext cx="1664208" cy="56692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98755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987552"/>
            <a:ext cx="1664208" cy="3749040"/>
          </a:xfrm>
          <a:prstGeom prst="rect">
            <a:avLst/>
          </a:prstGeom>
          <a:solidFill>
            <a:srgbClr val="FDF6E3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987552"/>
            <a:ext cx="1664208" cy="5669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987552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0336" y="987552"/>
            <a:ext cx="1746504" cy="3749040"/>
          </a:xfrm>
          <a:prstGeom prst="rect">
            <a:avLst/>
          </a:prstGeom>
          <a:solidFill>
            <a:srgbClr val="FDECE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0336" y="987552"/>
            <a:ext cx="1746504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06056" y="98755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27048" y="2807208"/>
            <a:ext cx="128016" cy="1097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270662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92424" y="2807208"/>
            <a:ext cx="128016" cy="1097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3" name="Text 21"/>
          <p:cNvSpPr/>
          <p:nvPr/>
        </p:nvSpPr>
        <p:spPr>
          <a:xfrm>
            <a:off x="3374136" y="270662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2807208"/>
            <a:ext cx="128016" cy="1097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270662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23176" y="2807208"/>
            <a:ext cx="128016" cy="109728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27" name="Text 25"/>
          <p:cNvSpPr/>
          <p:nvPr/>
        </p:nvSpPr>
        <p:spPr>
          <a:xfrm>
            <a:off x="7104888" y="2706624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1664208"/>
            <a:ext cx="1143000" cy="512064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8600" y="166420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(MES / ERP)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258568"/>
            <a:ext cx="1143000" cy="512064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225856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Logs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2852928"/>
            <a:ext cx="1143000" cy="512064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" y="285292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3447288"/>
            <a:ext cx="1143000" cy="512064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28600" y="344728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4041648"/>
            <a:ext cx="1143000" cy="512064"/>
          </a:xfrm>
          <a:prstGeom prst="rect">
            <a:avLst/>
          </a:prstGeom>
          <a:solidFill>
            <a:srgbClr val="2C2C2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28600" y="404164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55648" y="1682496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755648" y="1682496"/>
            <a:ext cx="73152" cy="71323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40" name="Text 38"/>
          <p:cNvSpPr/>
          <p:nvPr/>
        </p:nvSpPr>
        <p:spPr>
          <a:xfrm>
            <a:off x="1883664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83664" y="192938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modified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landing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55648" y="2478024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755648" y="2478024"/>
            <a:ext cx="73152" cy="71323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44" name="Text 42"/>
          <p:cNvSpPr/>
          <p:nvPr/>
        </p:nvSpPr>
        <p:spPr>
          <a:xfrm>
            <a:off x="1883664" y="25237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Tagged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83664" y="27249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timestamp,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ID on every record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55648" y="3273552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755648" y="3273552"/>
            <a:ext cx="73152" cy="71323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48" name="Text 46"/>
          <p:cNvSpPr/>
          <p:nvPr/>
        </p:nvSpPr>
        <p:spPr>
          <a:xfrm>
            <a:off x="1883664" y="33192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Server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883664" y="352044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load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755648" y="4069080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755648" y="4069080"/>
            <a:ext cx="73152" cy="71323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52" name="Text 50"/>
          <p:cNvSpPr/>
          <p:nvPr/>
        </p:nvSpPr>
        <p:spPr>
          <a:xfrm>
            <a:off x="1883664" y="41148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Timestamps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883664" y="431596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+ ingest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(machine clocks drift)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21024" y="1682496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21024" y="1682496"/>
            <a:ext cx="73152" cy="713232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56" name="Text 54"/>
          <p:cNvSpPr/>
          <p:nvPr/>
        </p:nvSpPr>
        <p:spPr>
          <a:xfrm>
            <a:off x="3749040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Rules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49040" y="192938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ranges enforced,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records flagged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21024" y="2478024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21024" y="2478024"/>
            <a:ext cx="73152" cy="713232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25237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749040" y="27249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MES/PLC duplicates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21024" y="3273552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21024" y="3273552"/>
            <a:ext cx="73152" cy="713232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4" name="Text 62"/>
          <p:cNvSpPr/>
          <p:nvPr/>
        </p:nvSpPr>
        <p:spPr>
          <a:xfrm>
            <a:off x="3749040" y="33192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Part ID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749040" y="352044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# resolved across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MES, ERP &amp; Test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621024" y="4069080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21024" y="4069080"/>
            <a:ext cx="73152" cy="713232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8" name="Text 66"/>
          <p:cNvSpPr/>
          <p:nvPr/>
        </p:nvSpPr>
        <p:spPr>
          <a:xfrm>
            <a:off x="3749040" y="41148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749040" y="431596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Units, timestamps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normalized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486400" y="1682496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486400" y="1682496"/>
            <a:ext cx="73152" cy="7132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2" name="Text 70"/>
          <p:cNvSpPr/>
          <p:nvPr/>
        </p:nvSpPr>
        <p:spPr>
          <a:xfrm>
            <a:off x="5614416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Feature Store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14416" y="192938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Pre-computed features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6 AI projects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486400" y="2478024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486400" y="2478024"/>
            <a:ext cx="73152" cy="7132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6" name="Text 74"/>
          <p:cNvSpPr/>
          <p:nvPr/>
        </p:nvSpPr>
        <p:spPr>
          <a:xfrm>
            <a:off x="5614416" y="25237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Domain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614416" y="27249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yield, SPC,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analytics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486400" y="3273552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486400" y="3273552"/>
            <a:ext cx="73152" cy="7132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Text 78"/>
          <p:cNvSpPr/>
          <p:nvPr/>
        </p:nvSpPr>
        <p:spPr>
          <a:xfrm>
            <a:off x="5614416" y="331927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Ops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614416" y="352044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OEE, cycle times,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metrics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486400" y="4069080"/>
            <a:ext cx="1481328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86400" y="4069080"/>
            <a:ext cx="73152" cy="7132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4" name="Text 82"/>
          <p:cNvSpPr/>
          <p:nvPr/>
        </p:nvSpPr>
        <p:spPr>
          <a:xfrm>
            <a:off x="5614416" y="41148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Domain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614416" y="431596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rates,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 history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51776" y="1645920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7351776" y="1645920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8" name="Text 86"/>
          <p:cNvSpPr/>
          <p:nvPr/>
        </p:nvSpPr>
        <p:spPr>
          <a:xfrm>
            <a:off x="7479792" y="167335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ACELS Auto Test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479792" y="1911096"/>
            <a:ext cx="1344168" cy="1554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0" name="Text 88"/>
          <p:cNvSpPr/>
          <p:nvPr/>
        </p:nvSpPr>
        <p:spPr>
          <a:xfrm>
            <a:off x="7479792" y="1911096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+ Gold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7351776" y="2189988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7351776" y="2189988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3" name="Text 91"/>
          <p:cNvSpPr/>
          <p:nvPr/>
        </p:nvSpPr>
        <p:spPr>
          <a:xfrm>
            <a:off x="7479792" y="221742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Block Machining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479792" y="2455164"/>
            <a:ext cx="1344168" cy="1554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5" name="Text 93"/>
          <p:cNvSpPr/>
          <p:nvPr/>
        </p:nvSpPr>
        <p:spPr>
          <a:xfrm>
            <a:off x="7479792" y="2455164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+ Gold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351776" y="2734056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7351776" y="2734056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8" name="Text 96"/>
          <p:cNvSpPr/>
          <p:nvPr/>
        </p:nvSpPr>
        <p:spPr>
          <a:xfrm>
            <a:off x="7479792" y="276148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Polish Inspection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479792" y="2999232"/>
            <a:ext cx="1344168" cy="1554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0" name="Text 98"/>
          <p:cNvSpPr/>
          <p:nvPr/>
        </p:nvSpPr>
        <p:spPr>
          <a:xfrm>
            <a:off x="7479792" y="2999232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+ Gold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7351776" y="3278124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351776" y="3278124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3" name="Text 101"/>
          <p:cNvSpPr/>
          <p:nvPr/>
        </p:nvSpPr>
        <p:spPr>
          <a:xfrm>
            <a:off x="7479792" y="330555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RLG Cold Alignment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7479792" y="3543300"/>
            <a:ext cx="1344168" cy="15544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05" name="Text 103"/>
          <p:cNvSpPr/>
          <p:nvPr/>
        </p:nvSpPr>
        <p:spPr>
          <a:xfrm>
            <a:off x="7479792" y="3543300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7351776" y="3822192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7351776" y="3822192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8" name="Text 106"/>
          <p:cNvSpPr/>
          <p:nvPr/>
        </p:nvSpPr>
        <p:spPr>
          <a:xfrm>
            <a:off x="7479792" y="384962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Polish OptiPath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479792" y="4087368"/>
            <a:ext cx="1344168" cy="1554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0" name="Text 108"/>
          <p:cNvSpPr/>
          <p:nvPr/>
        </p:nvSpPr>
        <p:spPr>
          <a:xfrm>
            <a:off x="7479792" y="4087368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51776" y="4366260"/>
            <a:ext cx="1563624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7351776" y="4366260"/>
            <a:ext cx="73152" cy="4754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3" name="Text 111"/>
          <p:cNvSpPr/>
          <p:nvPr/>
        </p:nvSpPr>
        <p:spPr>
          <a:xfrm>
            <a:off x="7479792" y="439369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Sigma / Dashboards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7479792" y="4631436"/>
            <a:ext cx="1344168" cy="1554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5" name="Text 113"/>
          <p:cNvSpPr/>
          <p:nvPr/>
        </p:nvSpPr>
        <p:spPr>
          <a:xfrm>
            <a:off x="7479792" y="4631436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7" name="Text 115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built once in Gold are reused across all AI projects — eliminating redundant data work at every project start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2026-03-05T02:53:19Z</dcterms:created>
  <dcterms:modified xsi:type="dcterms:W3CDTF">2026-03-05T02:53:19Z</dcterms:modified>
</cp:coreProperties>
</file>